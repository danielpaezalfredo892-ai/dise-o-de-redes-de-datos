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60" r:id="rId5"/>
    <p:sldId id="259" r:id="rId6"/>
  </p:sldIdLst>
  <p:sldSz cx="12192000" cy="6858000"/>
  <p:notesSz cx="6858000" cy="9144000"/>
  <p:defaultTextStyle>
    <a:defPPr>
      <a:defRPr lang="es-419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73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C364F9-8B71-BA51-74A0-E2A131CD7D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95ACB23-C080-F49F-638B-B82FBCE74F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886E2D-8C1D-9E1B-012C-946D493D1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1F1B6-7C07-4B34-A07F-797F89C9029D}" type="datetimeFigureOut">
              <a:rPr lang="es-419" smtClean="0"/>
              <a:t>15/4/2026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20D6413-8770-3756-A5FC-13020D22B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6BDF719-24D6-9A34-F4ED-8DBAE6CFA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EBCA9-80FF-4D8B-852D-E7253BBFEB80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6574432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6D345A-1710-D562-963D-7AB31DE8A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0FC0BD3-281E-8F83-8DFD-5D718DD38E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339BF40-676A-A85B-4519-C0D7BD983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1F1B6-7C07-4B34-A07F-797F89C9029D}" type="datetimeFigureOut">
              <a:rPr lang="es-419" smtClean="0"/>
              <a:t>15/4/2026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A307DDE-0B9B-5928-0589-113E4DB5B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595B694-2C4D-7DE1-1C9A-D0BC2E5BD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EBCA9-80FF-4D8B-852D-E7253BBFEB80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077838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1B0AE7-4511-4052-425B-DCB7F4A13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D81D4AD-8144-F820-24BE-5421F7130E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5E65B4C-C356-5848-96EE-18C0F5A00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1F1B6-7C07-4B34-A07F-797F89C9029D}" type="datetimeFigureOut">
              <a:rPr lang="es-419" smtClean="0"/>
              <a:t>15/4/2026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7E9F3C2-614D-EACD-BE06-DB11FBE47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BE26607-A55B-F965-095D-450D3661F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EBCA9-80FF-4D8B-852D-E7253BBFEB80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8266971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C84DBC-108A-655B-F75E-10A054AED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C21E139-D5F3-0231-1CA2-1AE5846D23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AAD4E15-B8AE-743F-9382-9ED08838BF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016C579-B9D4-9EE6-9034-70458B9DE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1F1B6-7C07-4B34-A07F-797F89C9029D}" type="datetimeFigureOut">
              <a:rPr lang="es-419" smtClean="0"/>
              <a:t>15/4/2026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8FAF69E-22F8-3DB5-905A-D996C0214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123B112-B691-3D44-294D-800C92F52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EBCA9-80FF-4D8B-852D-E7253BBFEB80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5382956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39BE19-3E09-7C8A-2DBD-271152A01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E401AD6-B8ED-EED2-87C1-5B9296B0B8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2D251A5-06AD-34A3-733D-6C98398A9C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4280D6B-6AC1-F209-0E42-D8E10B636E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3AF31D3-B637-6B0C-BA3F-91FF50EDB5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D300FFF-A7EA-DB9D-5C82-B5CDCD883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1F1B6-7C07-4B34-A07F-797F89C9029D}" type="datetimeFigureOut">
              <a:rPr lang="es-419" smtClean="0"/>
              <a:t>15/4/2026</a:t>
            </a:fld>
            <a:endParaRPr lang="es-419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A81E1FF-61D2-3E2E-B54C-71BD3C674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36F2984-DFCC-2220-8D3F-07F03787B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EBCA9-80FF-4D8B-852D-E7253BBFEB80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891522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000E30-2817-0020-D2B9-F0AE57CB9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9E869F8-8C4D-98F2-D896-9BF9A1166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1F1B6-7C07-4B34-A07F-797F89C9029D}" type="datetimeFigureOut">
              <a:rPr lang="es-419" smtClean="0"/>
              <a:t>15/4/2026</a:t>
            </a:fld>
            <a:endParaRPr lang="es-419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881A419-A757-7D05-CE5C-F93F7EB9F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D73121F-C3ED-99C3-C74A-096984A1C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EBCA9-80FF-4D8B-852D-E7253BBFEB80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215287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FA6F494-FDF4-3935-9CC9-E7F28D268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1F1B6-7C07-4B34-A07F-797F89C9029D}" type="datetimeFigureOut">
              <a:rPr lang="es-419" smtClean="0"/>
              <a:t>15/4/2026</a:t>
            </a:fld>
            <a:endParaRPr lang="es-419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E271EAA-F0F9-9DC1-E2F5-B18E2B950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653666D-44D5-B952-39E8-9181DAB48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EBCA9-80FF-4D8B-852D-E7253BBFEB80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208411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7DA7E7-462C-7A57-E43A-FA6D657E9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BFD822A-C846-F313-C17D-72DA205C17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D80F13C-A4E3-2228-C047-EE89DEF4F8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EC4EDFC-5F4B-028E-EF98-E3ABFE243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1F1B6-7C07-4B34-A07F-797F89C9029D}" type="datetimeFigureOut">
              <a:rPr lang="es-419" smtClean="0"/>
              <a:t>15/4/2026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39A8843-2456-8942-1C3B-94C52F0BF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76F5955-731B-2D08-855D-CFCD27479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EBCA9-80FF-4D8B-852D-E7253BBFEB80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751488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273F70-3F3B-3919-7DC0-9E6E8B3AC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E837F1A-2B4B-CAC3-871F-EB334D6A8C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419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BC2C326-6F9F-CD53-73B4-37F3FE7534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7C15C77-86FC-DC3D-A9C9-9FC5564F3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1F1B6-7C07-4B34-A07F-797F89C9029D}" type="datetimeFigureOut">
              <a:rPr lang="es-419" smtClean="0"/>
              <a:t>15/4/2026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B4232F6-C797-9D9F-0BA3-802465053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81C5271-7B50-096A-537B-824340178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EBCA9-80FF-4D8B-852D-E7253BBFEB80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059021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6A7062-6A74-A9F4-6FDB-CE488A8E4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17CBE53-BD32-8441-E8CC-C3E14D9382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969925E-1D04-DD50-C3AA-4524A1091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1F1B6-7C07-4B34-A07F-797F89C9029D}" type="datetimeFigureOut">
              <a:rPr lang="es-419" smtClean="0"/>
              <a:t>15/4/2026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BEC008-74FB-BEFC-ECB5-5A62A974C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41A3EDD-230D-2086-CBC9-E8D4CCD4B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EBCA9-80FF-4D8B-852D-E7253BBFEB80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414324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C30C14F-244A-C883-C8B0-9A9C8A902F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8665F63-5927-079E-2BDA-09F538527E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739CD40-00C4-1F4F-18ED-47F4B1E00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1F1B6-7C07-4B34-A07F-797F89C9029D}" type="datetimeFigureOut">
              <a:rPr lang="es-419" smtClean="0"/>
              <a:t>15/4/2026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080125D-256B-1CA1-8813-3FFB275DF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F7532E5-ADBC-D2C6-9730-6EECA8C0A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EBCA9-80FF-4D8B-852D-E7253BBFEB80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414094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63A29B6-0918-A20C-59C7-3A4247B1D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83C5CF9-7B03-2FEB-B31B-3C0FEFFD66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830C1F8-8E5C-DA61-C772-123437FA05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B1F1B6-7C07-4B34-A07F-797F89C9029D}" type="datetimeFigureOut">
              <a:rPr lang="es-419" smtClean="0"/>
              <a:t>15/4/2026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D1514D7-E9A7-FFCC-C3EA-ED4DBCFFEB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64BD20C-B185-A1B7-58C0-C5ACE205D6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BEBCA9-80FF-4D8B-852D-E7253BBFEB80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54121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419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AABEE650-160D-B2C7-890F-28617A22FE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0566" y="0"/>
            <a:ext cx="9830867" cy="7111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8116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AE38F2-385C-0E3F-9793-29AF680C5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DESARROLLO: OFICINA DE CONTABILIDAD </a:t>
            </a:r>
            <a:endParaRPr lang="es-419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418D46F-7AEE-B026-31CD-BAB383A40F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1:Plano y distribución del cableado:</a:t>
            </a:r>
          </a:p>
          <a:p>
            <a:r>
              <a:rPr lang="es-ES" dirty="0"/>
              <a:t>-Ya que los cables deben de viajar por las paredes, vamos a </a:t>
            </a:r>
            <a:r>
              <a:rPr lang="es-ES" dirty="0" err="1"/>
              <a:t>maximizaro</a:t>
            </a:r>
            <a:r>
              <a:rPr lang="es-ES" dirty="0"/>
              <a:t>, el cable entonces lo ideal seria agrupar los puestos en las paredes mas cercanas junto al cuarto técnico </a:t>
            </a:r>
          </a:p>
          <a:p>
            <a:r>
              <a:rPr lang="es-ES" dirty="0"/>
              <a:t>-Puesto 1-4 (pared sur/este), cercanos al switch, promedio de 3 M, a 5 M, cada uno </a:t>
            </a:r>
          </a:p>
          <a:p>
            <a:r>
              <a:rPr lang="es-ES" dirty="0"/>
              <a:t>-Puesto 5-8 (pared norte/oeste), mas alejados promedio de 6 M, a 9 M, cada uno </a:t>
            </a:r>
          </a:p>
        </p:txBody>
      </p:sp>
    </p:spTree>
    <p:extLst>
      <p:ext uri="{BB962C8B-B14F-4D97-AF65-F5344CB8AC3E}">
        <p14:creationId xmlns:p14="http://schemas.microsoft.com/office/powerpoint/2010/main" val="3111140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E66C8735-4AE0-F3BF-0EDB-22FC421AA1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2" y="0"/>
            <a:ext cx="8261284" cy="6232196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4FA48ABA-7891-A7F6-5032-ECA6B31EDF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055" y="386145"/>
            <a:ext cx="469587" cy="3042855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62E1DA62-AD44-66AA-283A-F05D12C8B9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1032" y="4182440"/>
            <a:ext cx="4166382" cy="481588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4D03D744-1DF2-7D7B-5277-8814AB423C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9265902">
            <a:off x="610099" y="573275"/>
            <a:ext cx="569008" cy="415223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793D9669-B1FD-E88E-55F4-1E37A861B4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275070">
            <a:off x="880296" y="1740341"/>
            <a:ext cx="458333" cy="334460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F60D664C-49F8-44B5-FC48-518D60A1F6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512" y="5253888"/>
            <a:ext cx="458333" cy="334460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8FB63B99-8BF5-49C8-6071-D63AB21FB4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1880" y="5253388"/>
            <a:ext cx="458333" cy="334460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EDB55921-A55F-47A0-08E2-F964866954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4129" y="5119066"/>
            <a:ext cx="458333" cy="334460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A67A871A-855D-1737-8ED8-722AC9BB63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70172" y="5100587"/>
            <a:ext cx="458333" cy="334460"/>
          </a:xfrm>
          <a:prstGeom prst="rect">
            <a:avLst/>
          </a:prstGeom>
        </p:spPr>
      </p:pic>
      <p:sp>
        <p:nvSpPr>
          <p:cNvPr id="27" name="CuadroTexto 26">
            <a:extLst>
              <a:ext uri="{FF2B5EF4-FFF2-40B4-BE49-F238E27FC236}">
                <a16:creationId xmlns:a16="http://schemas.microsoft.com/office/drawing/2014/main" id="{1D5E3695-56FC-2E78-DDE0-6C948A20431D}"/>
              </a:ext>
            </a:extLst>
          </p:cNvPr>
          <p:cNvSpPr txBox="1"/>
          <p:nvPr/>
        </p:nvSpPr>
        <p:spPr>
          <a:xfrm>
            <a:off x="8126480" y="480097"/>
            <a:ext cx="3697717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Puestos:                 Metraje:</a:t>
            </a:r>
          </a:p>
          <a:p>
            <a:r>
              <a:rPr lang="es-ES" dirty="0"/>
              <a:t>CONT-P01               2M</a:t>
            </a:r>
          </a:p>
          <a:p>
            <a:r>
              <a:rPr lang="es-ES" dirty="0"/>
              <a:t>CONT-P02               2M</a:t>
            </a:r>
          </a:p>
          <a:p>
            <a:r>
              <a:rPr lang="es-ES" dirty="0"/>
              <a:t>CONT-P03               2M</a:t>
            </a:r>
          </a:p>
          <a:p>
            <a:r>
              <a:rPr lang="es-ES" dirty="0"/>
              <a:t>CONT-P04               2M</a:t>
            </a:r>
          </a:p>
          <a:p>
            <a:r>
              <a:rPr lang="es-ES" dirty="0"/>
              <a:t>CONT-P05               2M</a:t>
            </a:r>
          </a:p>
          <a:p>
            <a:r>
              <a:rPr lang="es-ES" dirty="0"/>
              <a:t>CONT-P06               2M</a:t>
            </a:r>
          </a:p>
          <a:p>
            <a:r>
              <a:rPr lang="es-ES" dirty="0"/>
              <a:t>CONT-P07               2M</a:t>
            </a:r>
          </a:p>
          <a:p>
            <a:r>
              <a:rPr lang="es-ES" dirty="0"/>
              <a:t>CONT-P08               2M</a:t>
            </a:r>
          </a:p>
          <a:p>
            <a:r>
              <a:rPr lang="es-419" dirty="0"/>
              <a:t>ROSETAS RJ-45       5M</a:t>
            </a:r>
          </a:p>
          <a:p>
            <a:r>
              <a:rPr lang="es-419" dirty="0"/>
              <a:t>ROSETAS RJ-45       5M</a:t>
            </a:r>
          </a:p>
          <a:p>
            <a:r>
              <a:rPr lang="es-419" dirty="0"/>
              <a:t>ROSETAS RJ-45       6M</a:t>
            </a:r>
          </a:p>
          <a:p>
            <a:r>
              <a:rPr lang="es-419" dirty="0"/>
              <a:t>ROSETAS RJ-45       6M</a:t>
            </a:r>
          </a:p>
          <a:p>
            <a:r>
              <a:rPr lang="es-419" dirty="0"/>
              <a:t>NAS-SWITCHE        2M</a:t>
            </a:r>
          </a:p>
          <a:p>
            <a:endParaRPr lang="es-419" dirty="0"/>
          </a:p>
          <a:p>
            <a:endParaRPr lang="es-419" dirty="0"/>
          </a:p>
          <a:p>
            <a:r>
              <a:rPr lang="es-419" dirty="0"/>
              <a:t>TATAL: 40M</a:t>
            </a:r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AAD9176F-4765-4317-4C77-9872C94019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43004" y="5398537"/>
            <a:ext cx="458333" cy="378621"/>
          </a:xfrm>
          <a:prstGeom prst="rect">
            <a:avLst/>
          </a:prstGeom>
        </p:spPr>
      </p:pic>
      <p:pic>
        <p:nvPicPr>
          <p:cNvPr id="31" name="Imagen 30">
            <a:extLst>
              <a:ext uri="{FF2B5EF4-FFF2-40B4-BE49-F238E27FC236}">
                <a16:creationId xmlns:a16="http://schemas.microsoft.com/office/drawing/2014/main" id="{E8682F7E-E184-326D-5023-D3544422EE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2817" y="1975809"/>
            <a:ext cx="414065" cy="342053"/>
          </a:xfrm>
          <a:prstGeom prst="rect">
            <a:avLst/>
          </a:prstGeom>
        </p:spPr>
      </p:pic>
      <p:pic>
        <p:nvPicPr>
          <p:cNvPr id="33" name="Imagen 32">
            <a:extLst>
              <a:ext uri="{FF2B5EF4-FFF2-40B4-BE49-F238E27FC236}">
                <a16:creationId xmlns:a16="http://schemas.microsoft.com/office/drawing/2014/main" id="{BC0AD75A-C44B-F86A-EF05-AE429D0E7F2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4127" y="3429000"/>
            <a:ext cx="414065" cy="396061"/>
          </a:xfrm>
          <a:prstGeom prst="rect">
            <a:avLst/>
          </a:prstGeom>
        </p:spPr>
      </p:pic>
      <p:pic>
        <p:nvPicPr>
          <p:cNvPr id="35" name="Imagen 34">
            <a:extLst>
              <a:ext uri="{FF2B5EF4-FFF2-40B4-BE49-F238E27FC236}">
                <a16:creationId xmlns:a16="http://schemas.microsoft.com/office/drawing/2014/main" id="{7EBF4FEF-B9C3-C744-412B-EF266C42329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56108" y="4689692"/>
            <a:ext cx="414064" cy="396060"/>
          </a:xfrm>
          <a:prstGeom prst="rect">
            <a:avLst/>
          </a:prstGeom>
        </p:spPr>
      </p:pic>
      <p:pic>
        <p:nvPicPr>
          <p:cNvPr id="36" name="Imagen 35">
            <a:extLst>
              <a:ext uri="{FF2B5EF4-FFF2-40B4-BE49-F238E27FC236}">
                <a16:creationId xmlns:a16="http://schemas.microsoft.com/office/drawing/2014/main" id="{94BC0B75-9CBD-5470-F81B-CC215FEDFD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9555" y="4553262"/>
            <a:ext cx="458333" cy="334460"/>
          </a:xfrm>
          <a:prstGeom prst="rect">
            <a:avLst/>
          </a:prstGeom>
        </p:spPr>
      </p:pic>
      <p:pic>
        <p:nvPicPr>
          <p:cNvPr id="38" name="Imagen 37">
            <a:extLst>
              <a:ext uri="{FF2B5EF4-FFF2-40B4-BE49-F238E27FC236}">
                <a16:creationId xmlns:a16="http://schemas.microsoft.com/office/drawing/2014/main" id="{34D1A952-5AE3-0EBD-4E86-B90D4DC0A4A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74136" y="484454"/>
            <a:ext cx="1589434" cy="596038"/>
          </a:xfrm>
          <a:prstGeom prst="rect">
            <a:avLst/>
          </a:prstGeom>
        </p:spPr>
      </p:pic>
      <p:pic>
        <p:nvPicPr>
          <p:cNvPr id="40" name="Imagen 39">
            <a:extLst>
              <a:ext uri="{FF2B5EF4-FFF2-40B4-BE49-F238E27FC236}">
                <a16:creationId xmlns:a16="http://schemas.microsoft.com/office/drawing/2014/main" id="{D655A214-37D9-5A62-BF3A-5DD54C7EBCF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2817" y="5435047"/>
            <a:ext cx="1529926" cy="363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7010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2533DF-8A97-2921-D131-A1E888FD82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38269"/>
            <a:ext cx="10515600" cy="4351338"/>
          </a:xfrm>
        </p:spPr>
        <p:txBody>
          <a:bodyPr/>
          <a:lstStyle/>
          <a:p>
            <a:r>
              <a:rPr lang="es-ES" dirty="0"/>
              <a:t>2: </a:t>
            </a:r>
            <a:r>
              <a:rPr lang="es-ES" dirty="0" err="1"/>
              <a:t>Topologia</a:t>
            </a:r>
            <a:r>
              <a:rPr lang="es-ES" dirty="0"/>
              <a:t> elegida: estrella:</a:t>
            </a:r>
          </a:p>
          <a:p>
            <a:r>
              <a:rPr lang="es-ES" dirty="0"/>
              <a:t>-Porque: Independencia de fallos, si cable de PC falla los otros estarán funcionando sin ningún problema, (requisito de gerencia), si usara la topología de BUS, si el cable se llegara  a romper todos los PC quedarían todos desconectados. </a:t>
            </a:r>
          </a:p>
          <a:p>
            <a:pPr marL="0" indent="0">
              <a:buNone/>
            </a:pPr>
            <a:endParaRPr lang="es-ES" dirty="0"/>
          </a:p>
          <a:p>
            <a:r>
              <a:rPr lang="es-ES" dirty="0"/>
              <a:t>3:Lista de materiales:</a:t>
            </a:r>
          </a:p>
          <a:p>
            <a:r>
              <a:rPr lang="es-ES" dirty="0"/>
              <a:t>-Para que los 40M, nos </a:t>
            </a:r>
            <a:r>
              <a:rPr lang="es-ES" dirty="0" err="1"/>
              <a:t>alcanzen</a:t>
            </a:r>
            <a:r>
              <a:rPr lang="es-ES" dirty="0"/>
              <a:t> para 8 puestos</a:t>
            </a: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10636388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2533DF-8A97-2921-D131-A1E888FD82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74747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dirty="0"/>
              <a:t>4: Lista de etiquetas</a:t>
            </a:r>
          </a:p>
          <a:p>
            <a:r>
              <a:rPr lang="es-ES" dirty="0"/>
              <a:t>CONT-RED-PC-01             SWITCH-RED-PC-01-CONT</a:t>
            </a:r>
          </a:p>
          <a:p>
            <a:r>
              <a:rPr lang="es-ES" dirty="0"/>
              <a:t>CONT-RED-PC-02             SWITCH-RED-PC-02-CONT</a:t>
            </a:r>
          </a:p>
          <a:p>
            <a:r>
              <a:rPr lang="es-ES" dirty="0"/>
              <a:t>CONT-RED-PC-03             SWITCH-RED-PC-03-CONT</a:t>
            </a:r>
          </a:p>
          <a:p>
            <a:r>
              <a:rPr lang="es-ES" dirty="0"/>
              <a:t>CONT-RED-PC-04             SWITCH-RED-PC-04-CONT</a:t>
            </a:r>
          </a:p>
          <a:p>
            <a:r>
              <a:rPr lang="es-ES" dirty="0"/>
              <a:t>CONT-RED-PC-05             SWITCH-RED-PC-05-CONT</a:t>
            </a:r>
          </a:p>
          <a:p>
            <a:r>
              <a:rPr lang="es-ES" dirty="0"/>
              <a:t>CONT-RED-PC-06             SWITCH-RED-PC-06-CONT</a:t>
            </a:r>
          </a:p>
          <a:p>
            <a:r>
              <a:rPr lang="es-ES" dirty="0"/>
              <a:t>CONT-RED-PC-07             SWITCH-RED-PC-07-CONT</a:t>
            </a:r>
          </a:p>
          <a:p>
            <a:r>
              <a:rPr lang="es-ES" dirty="0"/>
              <a:t>CONT-RED-PC-08             SWITCH-RED-PC-08-CONT</a:t>
            </a:r>
          </a:p>
          <a:p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322624511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221</Words>
  <Application>Microsoft Office PowerPoint</Application>
  <PresentationFormat>Panorámica</PresentationFormat>
  <Paragraphs>36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Tema de Office</vt:lpstr>
      <vt:lpstr>Presentación de PowerPoint</vt:lpstr>
      <vt:lpstr>DESARROLLO: OFICINA DE CONTABILIDAD 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TOSHIBA</dc:creator>
  <cp:lastModifiedBy>TOSHIBA</cp:lastModifiedBy>
  <cp:revision>3</cp:revision>
  <dcterms:created xsi:type="dcterms:W3CDTF">2026-04-16T02:23:34Z</dcterms:created>
  <dcterms:modified xsi:type="dcterms:W3CDTF">2026-04-16T04:45:57Z</dcterms:modified>
</cp:coreProperties>
</file>